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1828800"/>
            <a:ext cx="5486400" cy="5486400"/>
          </a:xfrm>
          <a:prstGeom prst="ellipse">
            <a:avLst/>
          </a:prstGeom>
          <a:solidFill>
            <a:srgbClr val="0F1A4A"/>
          </a:solidFill>
          <a:ln/>
        </p:spPr>
      </p:sp>
      <p:sp>
        <p:nvSpPr>
          <p:cNvPr id="3" name="Shape 1"/>
          <p:cNvSpPr/>
          <p:nvPr/>
        </p:nvSpPr>
        <p:spPr>
          <a:xfrm>
            <a:off x="8991295" y="3657600"/>
            <a:ext cx="5029200" cy="5029200"/>
          </a:xfrm>
          <a:prstGeom prst="ellipse">
            <a:avLst/>
          </a:prstGeom>
          <a:solidFill>
            <a:srgbClr val="1B265B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VENTUREOS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3108960" cy="411480"/>
          </a:xfrm>
          <a:prstGeom prst="roundRect">
            <a:avLst>
              <a:gd name="adj" fmla="val 48889"/>
            </a:avLst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630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· AGENT SWARMS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VentureOS</a:t>
            </a:r>
            <a:endParaRPr lang="en-US" sz="8400" dirty="0"/>
          </a:p>
        </p:txBody>
      </p:sp>
      <p:sp>
        <p:nvSpPr>
          <p:cNvPr id="9" name="Text 7"/>
          <p:cNvSpPr/>
          <p:nvPr/>
        </p:nvSpPr>
        <p:spPr>
          <a:xfrm>
            <a:off x="640080" y="33832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AI-native multi-agent venture operating system.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40080" y="39776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raw ideas into validated, build-ready ventures with agent swarms.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40080" y="4983480"/>
            <a:ext cx="3566160" cy="868680"/>
          </a:xfrm>
          <a:prstGeom prst="roundRect">
            <a:avLst>
              <a:gd name="adj" fmla="val 10526"/>
            </a:avLst>
          </a:prstGeom>
          <a:solidFill>
            <a:srgbClr val="2A3B6B"/>
          </a:solidFill>
          <a:ln w="12700">
            <a:solidFill>
              <a:srgbClr val="3A4D8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5074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APP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22960" y="53492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ventureos-dun.vercel.app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89120" y="4983480"/>
            <a:ext cx="3566160" cy="868680"/>
          </a:xfrm>
          <a:prstGeom prst="roundRect">
            <a:avLst>
              <a:gd name="adj" fmla="val 10526"/>
            </a:avLst>
          </a:prstGeom>
          <a:solidFill>
            <a:srgbClr val="2A3B6B"/>
          </a:solidFill>
          <a:ln w="12700">
            <a:solidFill>
              <a:srgbClr val="3A4D8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5074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0" y="53492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github.com/amit1858/ventureos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38160" y="4983480"/>
            <a:ext cx="3566160" cy="868680"/>
          </a:xfrm>
          <a:prstGeom prst="roundRect">
            <a:avLst>
              <a:gd name="adj" fmla="val 10526"/>
            </a:avLst>
          </a:prstGeom>
          <a:solidFill>
            <a:srgbClr val="2A3B6B"/>
          </a:solidFill>
          <a:ln w="12700">
            <a:solidFill>
              <a:srgbClr val="3A4D8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21040" y="5074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321040" y="53492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ventureos-dun.vercel.app/demo/faceless-crm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6126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Amit Pandey · Microsoft Build AI / HackerEarth · v0.3-alpha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8580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85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" y="694944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" y="9601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Teams start building before they have evidence.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097280" y="1664208"/>
            <a:ext cx="548640" cy="36576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2103120"/>
            <a:ext cx="32004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24028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70%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640080" y="3017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products launched fail to find product–market fit.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3657600"/>
            <a:ext cx="32004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79476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1C729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6×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640080" y="45720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cheaper to invalidate an idea than to ship the wrong one.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206240" y="2103120"/>
            <a:ext cx="73152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Ideas are easy. Validated execution is hard.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Founders and PMs juggle interviews, competitors, assumptions and roadmaps in disconnected docs.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discovery, research, planning and architecture each live in different tools, in different formats, on different days.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weak or under-validated ideas consume real engineering effort. Strong ideas wait.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5349240"/>
            <a:ext cx="10927080" cy="685800"/>
          </a:xfrm>
          <a:prstGeom prst="roundRect">
            <a:avLst>
              <a:gd name="adj" fmla="val 13333"/>
            </a:avLst>
          </a:prstGeom>
          <a:solidFill>
            <a:srgbClr val="0F1A4A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5349240"/>
            <a:ext cx="10561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"There is nothing so useless as doing efficiently that which should not be done at all."  — Peter Drucker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2926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1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VentureOS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820095" y="29260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10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6473952"/>
            <a:ext cx="11277295" cy="10973"/>
          </a:xfrm>
          <a:prstGeom prst="rect">
            <a:avLst/>
          </a:prstGeom>
          <a:solidFill>
            <a:srgbClr val="DCE6F2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6528816"/>
            <a:ext cx="112772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VentureOS  ·  ventureos-dun.vercel.app  ·  github.com/amit1858/ventureos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8580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85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" y="694944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" y="9601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VentureOS gives every idea an agent swarm.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097280" y="1664208"/>
            <a:ext cx="548640" cy="36576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194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product surface that orchestrates specialized AI agents across the venture lifecycle. Every step produces a typed, versioned artifact the next agent reads.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971800"/>
            <a:ext cx="36118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31546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PersonaLab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538728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GROUP 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68680" y="3776472"/>
            <a:ext cx="31546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customers simulate buyer behaviour, pains, jobs-to-be-done and decision drivers.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43400" y="2971800"/>
            <a:ext cx="36118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31546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Buying Committee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0" y="3538728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GROUP 02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0" y="3776472"/>
            <a:ext cx="31546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Multi-persona agents debate, challenge assumptions, and converge on a recommendation.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46720" y="2971800"/>
            <a:ext cx="36118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75320" y="31546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Graph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75320" y="3538728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GROUP 03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275320" y="3776472"/>
            <a:ext cx="31546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agents structure problems, evidence, competitors and contradictions.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4480560"/>
            <a:ext cx="36118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46634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VentureLab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68680" y="5047488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GROUP 04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68680" y="5285232"/>
            <a:ext cx="31546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readiness and recommends Proceed / Pivot / Kill with provenance and rationale.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43400" y="4480560"/>
            <a:ext cx="36118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0" y="46634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BuildSquad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572000" y="5047488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GROUP 05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0" y="5285232"/>
            <a:ext cx="31546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validation into PRD, architecture, roadmap, user stories and risks.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046720" y="4480560"/>
            <a:ext cx="36118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75320" y="46634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275320" y="5047488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GROUP 06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275320" y="5285232"/>
            <a:ext cx="31546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readiness reports with confidence, evidence coverage and next steps.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2926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1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VentureOS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820095" y="29260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10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" y="6473952"/>
            <a:ext cx="11277295" cy="10973"/>
          </a:xfrm>
          <a:prstGeom prst="rect">
            <a:avLst/>
          </a:prstGeom>
          <a:solidFill>
            <a:srgbClr val="DCE6F2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6528816"/>
            <a:ext cx="112772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VentureOS  ·  ventureos-dun.vercel.app  ·  github.com/amit1858/ventureos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8580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85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" y="694944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SWARM ARCHITECTURE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" y="9601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idea in. An execution-ready venture out.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097280" y="1664208"/>
            <a:ext cx="548640" cy="36576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7" name="Shape 5"/>
          <p:cNvSpPr/>
          <p:nvPr/>
        </p:nvSpPr>
        <p:spPr>
          <a:xfrm>
            <a:off x="1097280" y="3017520"/>
            <a:ext cx="10058400" cy="36576"/>
          </a:xfrm>
          <a:prstGeom prst="rect">
            <a:avLst/>
          </a:prstGeom>
          <a:solidFill>
            <a:srgbClr val="DCE6F2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2606040"/>
            <a:ext cx="822960" cy="822960"/>
          </a:xfrm>
          <a:prstGeom prst="ellipse">
            <a:avLst/>
          </a:prstGeom>
          <a:solidFill>
            <a:srgbClr val="0F1A4A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606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20040" y="35204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122714" y="2606040"/>
            <a:ext cx="822960" cy="822960"/>
          </a:xfrm>
          <a:prstGeom prst="ellipse">
            <a:avLst/>
          </a:prstGeom>
          <a:solidFill>
            <a:srgbClr val="0F1A4A"/>
          </a:solidFill>
          <a:ln/>
        </p:spPr>
      </p:sp>
      <p:sp>
        <p:nvSpPr>
          <p:cNvPr id="12" name="Text 10"/>
          <p:cNvSpPr/>
          <p:nvPr/>
        </p:nvSpPr>
        <p:spPr>
          <a:xfrm>
            <a:off x="2122714" y="2606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756954" y="35204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559629" y="2606040"/>
            <a:ext cx="822960" cy="822960"/>
          </a:xfrm>
          <a:prstGeom prst="ellipse">
            <a:avLst/>
          </a:prstGeom>
          <a:solidFill>
            <a:srgbClr val="0F1A4A"/>
          </a:solidFill>
          <a:ln/>
        </p:spPr>
      </p:sp>
      <p:sp>
        <p:nvSpPr>
          <p:cNvPr id="15" name="Text 13"/>
          <p:cNvSpPr/>
          <p:nvPr/>
        </p:nvSpPr>
        <p:spPr>
          <a:xfrm>
            <a:off x="3559629" y="2606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193869" y="35204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996543" y="2606040"/>
            <a:ext cx="822960" cy="822960"/>
          </a:xfrm>
          <a:prstGeom prst="ellipse">
            <a:avLst/>
          </a:prstGeom>
          <a:solidFill>
            <a:srgbClr val="0F1A4A"/>
          </a:solidFill>
          <a:ln/>
        </p:spPr>
      </p:sp>
      <p:sp>
        <p:nvSpPr>
          <p:cNvPr id="18" name="Text 16"/>
          <p:cNvSpPr/>
          <p:nvPr/>
        </p:nvSpPr>
        <p:spPr>
          <a:xfrm>
            <a:off x="4996543" y="2606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630783" y="35204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33457" y="2606040"/>
            <a:ext cx="822960" cy="822960"/>
          </a:xfrm>
          <a:prstGeom prst="ellipse">
            <a:avLst/>
          </a:prstGeom>
          <a:solidFill>
            <a:srgbClr val="0F1A4A"/>
          </a:solidFill>
          <a:ln/>
        </p:spPr>
      </p:sp>
      <p:sp>
        <p:nvSpPr>
          <p:cNvPr id="21" name="Text 19"/>
          <p:cNvSpPr/>
          <p:nvPr/>
        </p:nvSpPr>
        <p:spPr>
          <a:xfrm>
            <a:off x="6433457" y="2606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067697" y="35204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Venture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870371" y="2606040"/>
            <a:ext cx="822960" cy="822960"/>
          </a:xfrm>
          <a:prstGeom prst="ellipse">
            <a:avLst/>
          </a:prstGeom>
          <a:solidFill>
            <a:srgbClr val="0F1A4A"/>
          </a:solidFill>
          <a:ln/>
        </p:spPr>
      </p:sp>
      <p:sp>
        <p:nvSpPr>
          <p:cNvPr id="24" name="Text 22"/>
          <p:cNvSpPr/>
          <p:nvPr/>
        </p:nvSpPr>
        <p:spPr>
          <a:xfrm>
            <a:off x="7870371" y="2606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504611" y="35204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307286" y="2606040"/>
            <a:ext cx="822960" cy="822960"/>
          </a:xfrm>
          <a:prstGeom prst="ellipse">
            <a:avLst/>
          </a:prstGeom>
          <a:solidFill>
            <a:srgbClr val="0F1A4A"/>
          </a:solidFill>
          <a:ln/>
        </p:spPr>
      </p:sp>
      <p:sp>
        <p:nvSpPr>
          <p:cNvPr id="27" name="Text 25"/>
          <p:cNvSpPr/>
          <p:nvPr/>
        </p:nvSpPr>
        <p:spPr>
          <a:xfrm>
            <a:off x="9307286" y="2606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941526" y="35204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0744200" y="2606040"/>
            <a:ext cx="822960" cy="82296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0" name="Text 28"/>
          <p:cNvSpPr/>
          <p:nvPr/>
        </p:nvSpPr>
        <p:spPr>
          <a:xfrm>
            <a:off x="10744200" y="2606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0378440" y="352044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40080" y="4206240"/>
            <a:ext cx="269748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68680" y="43891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 Venture context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68680" y="4773168"/>
            <a:ext cx="2240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 reads and writes against one typed Venture object.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447288" y="4206240"/>
            <a:ext cx="269748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75888" y="43891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VentureJob pipeline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3675888" y="4773168"/>
            <a:ext cx="2240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execution primitive with provenance, retries and cancellation.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254496" y="4206240"/>
            <a:ext cx="269748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83096" y="43891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Typed artifacts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483096" y="4773168"/>
            <a:ext cx="2240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Contracts-first. Every step emits a versioned JSON contract.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9061704" y="4206240"/>
            <a:ext cx="269748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290304" y="43891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BYOK provider layer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9290304" y="4773168"/>
            <a:ext cx="2240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OpenAI, Anthropic, Gemini, Azure OpenAI. Keys are user-owned and encrypted.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57200" y="2926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1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VentureOS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10820095" y="29260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10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57200" y="6473952"/>
            <a:ext cx="11277295" cy="10973"/>
          </a:xfrm>
          <a:prstGeom prst="rect">
            <a:avLst/>
          </a:prstGeom>
          <a:solidFill>
            <a:srgbClr val="DCE6F2"/>
          </a:solidFill>
          <a:ln/>
        </p:spPr>
      </p:sp>
      <p:sp>
        <p:nvSpPr>
          <p:cNvPr id="47" name="Text 45"/>
          <p:cNvSpPr/>
          <p:nvPr/>
        </p:nvSpPr>
        <p:spPr>
          <a:xfrm>
            <a:off x="457200" y="6528816"/>
            <a:ext cx="112772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VentureOS  ·  ventureos-dun.vercel.app  ·  github.com/amit1858/ventureos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8580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85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" y="694944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SCENARIO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" y="9601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Faceless CRM for SMB.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097280" y="1664208"/>
            <a:ext cx="548640" cy="36576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19456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small-business CRM idea is pressure-tested end-to-end through synthetic SMB personas, a buying-committee debate, evidence mapping, validation scoring, build planning and evaluation — all from one zero-key demo link.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063240"/>
            <a:ext cx="10927080" cy="548640"/>
          </a:xfrm>
          <a:prstGeom prst="roundRect">
            <a:avLst>
              <a:gd name="adj" fmla="val 16667"/>
            </a:avLst>
          </a:prstGeom>
          <a:solidFill>
            <a:srgbClr val="0F1A4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063240"/>
            <a:ext cx="10927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 IT  →  ventureos-dun.vercel.app/demo/faceless-crm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3886200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402336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1C729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640080" y="48006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personas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83280" y="3886200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0" y="402336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1C729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3383280" y="48006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agent-swarm steps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3886200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402336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97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6126480" y="48006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score / 100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869680" y="3886200"/>
            <a:ext cx="2697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869680" y="402336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14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8869680" y="48006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GitHub-ready files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55321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Zero-key. No sign-in. No API keys. No GitHub PAT.  Real Mode adds BYOK + per-user workspaces via Google sign-in.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2926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1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VentureOS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820095" y="29260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10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6473952"/>
            <a:ext cx="11277295" cy="10973"/>
          </a:xfrm>
          <a:prstGeom prst="rect">
            <a:avLst/>
          </a:prstGeom>
          <a:solidFill>
            <a:srgbClr val="DCE6F2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6528816"/>
            <a:ext cx="112772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VentureOS  ·  ventureos-dun.vercel.app  ·  github.com/amit1858/ventureos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8580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85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" y="694944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WALKTHROUGH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" y="9601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screens from the deployed app.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097280" y="1664208"/>
            <a:ext cx="548640" cy="36576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2057400"/>
            <a:ext cx="365760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pic>
        <p:nvPicPr>
          <p:cNvPr id="8" name="Image 0" descr="C:\Users\pandeyamit\.copilot\session-state\7d6befd8-db83-4ee4-8c23-9d15d5aefbbf\files\submission\screenshots\01-hom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6656" y="2093976"/>
            <a:ext cx="3584448" cy="16184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378561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Homepage · agent swarm hero + pipeline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462272" y="2057400"/>
            <a:ext cx="365760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pic>
        <p:nvPicPr>
          <p:cNvPr id="11" name="Image 1" descr="C:\Users\pandeyamit\.copilot\session-state\7d6befd8-db83-4ee4-8c23-9d15d5aefbbf\files\submission\screenshots\03-faceless-crm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498848" y="2093976"/>
            <a:ext cx="3584448" cy="16184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62272" y="378561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Faceless CRM · readiness 97/100, 6-stage progress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8284464" y="2057400"/>
            <a:ext cx="365760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pic>
        <p:nvPicPr>
          <p:cNvPr id="14" name="Image 2" descr="C:\Users\pandeyamit\.copilot\session-state\7d6befd8-db83-4ee4-8c23-9d15d5aefbbf\files\submission\screenshots\04-personas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321040" y="2093976"/>
            <a:ext cx="3584448" cy="161848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284464" y="378561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PersonaLab · 5 synthetic SMB personas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640080" y="4251960"/>
            <a:ext cx="365760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pic>
        <p:nvPicPr>
          <p:cNvPr id="17" name="Image 3" descr="C:\Users\pandeyamit\.copilot\session-state\7d6befd8-db83-4ee4-8c23-9d15d5aefbbf\files\submission\screenshots\05-committee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76656" y="4288536"/>
            <a:ext cx="3584448" cy="161848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0080" y="598017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Buying Committee · agentic deliberation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4462272" y="4251960"/>
            <a:ext cx="365760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pic>
        <p:nvPicPr>
          <p:cNvPr id="20" name="Image 4" descr="C:\Users\pandeyamit\.copilot\session-state\7d6befd8-db83-4ee4-8c23-9d15d5aefbbf\files\submission\screenshots\09-evaluation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498848" y="4288536"/>
            <a:ext cx="3584448" cy="161848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462272" y="598017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EvaluationReport.md · provenance + rationale</a:t>
            </a:r>
            <a:endParaRPr lang="en-US" sz="1000" dirty="0"/>
          </a:p>
        </p:txBody>
      </p:sp>
      <p:sp>
        <p:nvSpPr>
          <p:cNvPr id="22" name="Shape 15"/>
          <p:cNvSpPr/>
          <p:nvPr/>
        </p:nvSpPr>
        <p:spPr>
          <a:xfrm>
            <a:off x="8284464" y="4251960"/>
            <a:ext cx="365760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pic>
        <p:nvPicPr>
          <p:cNvPr id="23" name="Image 5" descr="C:\Users\pandeyamit\.copilot\session-state\7d6befd8-db83-4ee4-8c23-9d15d5aefbbf\files\submission\screenshots\10-github-export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321040" y="4288536"/>
            <a:ext cx="3584448" cy="1618488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8284464" y="598017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Export · 14-file repo scaffold</a:t>
            </a:r>
            <a:endParaRPr lang="en-US" sz="1000" dirty="0"/>
          </a:p>
        </p:txBody>
      </p:sp>
      <p:sp>
        <p:nvSpPr>
          <p:cNvPr id="25" name="Text 17"/>
          <p:cNvSpPr/>
          <p:nvPr/>
        </p:nvSpPr>
        <p:spPr>
          <a:xfrm>
            <a:off x="457200" y="2926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1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VentureOS</a:t>
            </a:r>
            <a:endParaRPr lang="en-US" sz="1100" dirty="0"/>
          </a:p>
        </p:txBody>
      </p:sp>
      <p:sp>
        <p:nvSpPr>
          <p:cNvPr id="26" name="Text 18"/>
          <p:cNvSpPr/>
          <p:nvPr/>
        </p:nvSpPr>
        <p:spPr>
          <a:xfrm>
            <a:off x="10820095" y="29260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10</a:t>
            </a:r>
            <a:endParaRPr lang="en-US" sz="900" dirty="0"/>
          </a:p>
        </p:txBody>
      </p:sp>
      <p:sp>
        <p:nvSpPr>
          <p:cNvPr id="27" name="Shape 19"/>
          <p:cNvSpPr/>
          <p:nvPr/>
        </p:nvSpPr>
        <p:spPr>
          <a:xfrm>
            <a:off x="457200" y="6473952"/>
            <a:ext cx="11277295" cy="10973"/>
          </a:xfrm>
          <a:prstGeom prst="rect">
            <a:avLst/>
          </a:prstGeom>
          <a:solidFill>
            <a:srgbClr val="DCE6F2"/>
          </a:solidFill>
          <a:ln/>
        </p:spPr>
      </p:sp>
      <p:sp>
        <p:nvSpPr>
          <p:cNvPr id="28" name="Text 20"/>
          <p:cNvSpPr/>
          <p:nvPr/>
        </p:nvSpPr>
        <p:spPr>
          <a:xfrm>
            <a:off x="457200" y="6528816"/>
            <a:ext cx="112772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VentureOS  ·  ventureos-dun.vercel.app  ·  github.com/amit1858/ventureos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8580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85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" y="694944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" y="9601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Production-minded, alpha-honest.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097280" y="1664208"/>
            <a:ext cx="548640" cy="36576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2011680"/>
            <a:ext cx="548640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1945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2578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14400" y="2816352"/>
            <a:ext cx="4983480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 (app router) web app · Vercel-deployed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Supabase: Postgres + Auth (Google OAuth, email allowlist)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BYOK provider layer: OpenAI · Anthropic · Gemini · Azure OpenAI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export via Octokit BYOK token, classified error codes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credentials at rest (server-side AES-GCM)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pnpm + turbo monorepo · contracts-first architecture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355080" y="2011680"/>
            <a:ext cx="516636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0" y="219456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Engineering controls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83680" y="2578608"/>
            <a:ext cx="4709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629400" y="2816352"/>
            <a:ext cx="4663440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VentureJob async execution primitive · timeline + provenance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contracts in @ventureos/contracts package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lint:arch import-boundary checks — SDKs only in approved packages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Sanitized API errors — no provider-keys or stack traces leak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 web tests · vitest · static-source contract tests on UI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Mode is fully sandboxed: seeded data, never calls a provider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4983480"/>
            <a:ext cx="26974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5120640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1C729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16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640080" y="576072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pnpm workspace packages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429000" y="4983480"/>
            <a:ext cx="26974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29000" y="5120640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1C729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4400" dirty="0"/>
          </a:p>
        </p:txBody>
      </p:sp>
      <p:sp>
        <p:nvSpPr>
          <p:cNvPr id="20" name="Text 18"/>
          <p:cNvSpPr/>
          <p:nvPr/>
        </p:nvSpPr>
        <p:spPr>
          <a:xfrm>
            <a:off x="3429000" y="576072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BYOK provider adapters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17920" y="4983480"/>
            <a:ext cx="26974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0" y="5120640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72</a:t>
            </a:r>
            <a:endParaRPr lang="en-US" sz="4400" dirty="0"/>
          </a:p>
        </p:txBody>
      </p:sp>
      <p:sp>
        <p:nvSpPr>
          <p:cNvPr id="23" name="Text 21"/>
          <p:cNvSpPr/>
          <p:nvPr/>
        </p:nvSpPr>
        <p:spPr>
          <a:xfrm>
            <a:off x="6217920" y="576072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tests · all green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006840" y="4983480"/>
            <a:ext cx="25603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06840" y="51206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14</a:t>
            </a:r>
            <a:endParaRPr lang="en-US" sz="4400" dirty="0"/>
          </a:p>
        </p:txBody>
      </p:sp>
      <p:sp>
        <p:nvSpPr>
          <p:cNvPr id="26" name="Text 24"/>
          <p:cNvSpPr/>
          <p:nvPr/>
        </p:nvSpPr>
        <p:spPr>
          <a:xfrm>
            <a:off x="9006840" y="57607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GitHub-export artifacts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2926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1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VentureOS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820095" y="29260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10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6473952"/>
            <a:ext cx="11277295" cy="10973"/>
          </a:xfrm>
          <a:prstGeom prst="rect">
            <a:avLst/>
          </a:prstGeom>
          <a:solidFill>
            <a:srgbClr val="DCE6F2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6528816"/>
            <a:ext cx="112772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VentureOS  ·  ventureos-dun.vercel.app  ·  github.com/amit1858/ventureos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8580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85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" y="694944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INTEGRATION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" y="9601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Multi-agent, BYOK, no provider lock-in.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097280" y="1664208"/>
            <a:ext cx="548640" cy="36576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2240280"/>
            <a:ext cx="2619756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240280"/>
            <a:ext cx="26197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OpenAI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424428" y="2240280"/>
            <a:ext cx="2619756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4428" y="2240280"/>
            <a:ext cx="26197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Anthropic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08776" y="2240280"/>
            <a:ext cx="2619756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08776" y="2240280"/>
            <a:ext cx="26197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Gemini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993124" y="2240280"/>
            <a:ext cx="2619756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93124" y="2240280"/>
            <a:ext cx="26197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Azure OpenAI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3108960"/>
            <a:ext cx="36118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2918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Synthetic personas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68680" y="3675888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KIND 01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68680" y="3913632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TinyTroupe-style multi-persona simulation. Pain, JTBD and decision drivers are first-class fields, debated in a buying committee.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389120" y="3108960"/>
            <a:ext cx="36118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17720" y="32918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graph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617720" y="3675888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KIND 02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617720" y="3913632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Graphify-inspired workflow that maps problems, assumptions, competitors and contradictions into a navigable graph.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138160" y="3108960"/>
            <a:ext cx="33832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66760" y="32918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+ Evaluation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366760" y="367588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KIND 03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366760" y="3913632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BuildSquad planners convert validation into PRD / architecture / roadmap / stories. Evaluation renders a versioned report.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0080" y="4754880"/>
            <a:ext cx="36118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8680" y="49377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+ provider metadata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68680" y="5321808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KIND 04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68680" y="555955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artifact records model id, provider, tokens and cost so judges can audit "who said what".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389120" y="4754880"/>
            <a:ext cx="36118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17720" y="49377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BYOK isolation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617720" y="5321808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KIND 05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617720" y="5559552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keys never leave the server. Encrypted at rest. Never logged. Never sent to the browser.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138160" y="4754880"/>
            <a:ext cx="33832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366760" y="49377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scope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366760" y="532180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KIND 06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366760" y="555955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Adapters are scaffolded; the full Python runtime parity for TinyTroupe / Graphify is a roadmap item.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57200" y="2926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1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VentureOS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0820095" y="29260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10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57200" y="6473952"/>
            <a:ext cx="11277295" cy="10973"/>
          </a:xfrm>
          <a:prstGeom prst="rect">
            <a:avLst/>
          </a:prstGeom>
          <a:solidFill>
            <a:srgbClr val="DCE6F2"/>
          </a:solidFill>
          <a:ln/>
        </p:spPr>
      </p:sp>
      <p:sp>
        <p:nvSpPr>
          <p:cNvPr id="42" name="Text 40"/>
          <p:cNvSpPr/>
          <p:nvPr/>
        </p:nvSpPr>
        <p:spPr>
          <a:xfrm>
            <a:off x="457200" y="6528816"/>
            <a:ext cx="112772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VentureOS  ·  ventureos-dun.vercel.app  ·  github.com/amit1858/ventureos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8580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85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97280" y="694944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97280" y="9601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anyone deciding what to build next.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097280" y="1664208"/>
            <a:ext cx="548640" cy="36576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2240280"/>
            <a:ext cx="26974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4231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Founders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2807208"/>
            <a:ext cx="22402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Pressure-test a pitch before writing a line of code. Get a Proceed / Pivot / Kill in minutes, not weeks.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47288" y="2240280"/>
            <a:ext cx="26974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75888" y="24231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teams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75888" y="2807208"/>
            <a:ext cx="22402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scattered docs with one versioned, agent-generated artifact pack tied to a single Venture object.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54496" y="2240280"/>
            <a:ext cx="26974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83096" y="24231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Venture studios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83096" y="2807208"/>
            <a:ext cx="22402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discovery, validation and planning across many bets. Compare confidence across the portfolio.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061704" y="2240280"/>
            <a:ext cx="26974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90304" y="24231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Hackathon builders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290304" y="2807208"/>
            <a:ext cx="22402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Zero-key Demo Mode runs end-to-end. Real Mode ships GitHub-ready scaffolding with one BYOK token.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4389120"/>
            <a:ext cx="35661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52628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1C729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&lt;10m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640080" y="5349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→ readiness score in a single run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297680" y="4389120"/>
            <a:ext cx="35661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97680" y="452628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F9616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14</a:t>
            </a:r>
            <a:endParaRPr lang="en-US" sz="4400" dirty="0"/>
          </a:p>
        </p:txBody>
      </p:sp>
      <p:sp>
        <p:nvSpPr>
          <p:cNvPr id="24" name="Text 22"/>
          <p:cNvSpPr/>
          <p:nvPr/>
        </p:nvSpPr>
        <p:spPr>
          <a:xfrm>
            <a:off x="4297680" y="5349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GitHub-ready artifacts per export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955280" y="4389120"/>
            <a:ext cx="35661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955280" y="452628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1C729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4400" dirty="0"/>
          </a:p>
        </p:txBody>
      </p:sp>
      <p:sp>
        <p:nvSpPr>
          <p:cNvPr id="27" name="Text 25"/>
          <p:cNvSpPr/>
          <p:nvPr/>
        </p:nvSpPr>
        <p:spPr>
          <a:xfrm>
            <a:off x="7955280" y="5349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BYOK · keys stay on the server, never logged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2926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1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VentureOS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820095" y="29260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10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6473952"/>
            <a:ext cx="11277295" cy="10973"/>
          </a:xfrm>
          <a:prstGeom prst="rect">
            <a:avLst/>
          </a:prstGeom>
          <a:solidFill>
            <a:srgbClr val="DCE6F2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6528816"/>
            <a:ext cx="1127729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VentureOS  ·  ventureos-dun.vercel.app  ·  github.com/amit1858/ventureos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91295" y="-1828800"/>
            <a:ext cx="5486400" cy="5486400"/>
          </a:xfrm>
          <a:prstGeom prst="ellipse">
            <a:avLst/>
          </a:prstGeom>
          <a:solidFill>
            <a:srgbClr val="0F1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0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Decide what to build,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640080" y="20574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you build it.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640080" y="32004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 multi-agent venture operating system. Built for the Agent Swarms track.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4023360"/>
            <a:ext cx="5303520" cy="1920240"/>
          </a:xfrm>
          <a:prstGeom prst="roundRect">
            <a:avLst>
              <a:gd name="adj" fmla="val 4762"/>
            </a:avLst>
          </a:prstGeom>
          <a:solidFill>
            <a:srgbClr val="1B265B"/>
          </a:solidFill>
          <a:ln w="12700">
            <a:solidFill>
              <a:srgbClr val="3A4D8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41605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" y="44348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Amit Pandey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68680" y="49377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build · Microsoft Build AI / HackerEarth · Agent Swarms track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53492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Tagged release: v0.3-alpha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63640" y="4023360"/>
            <a:ext cx="5303520" cy="1920240"/>
          </a:xfrm>
          <a:prstGeom prst="roundRect">
            <a:avLst>
              <a:gd name="adj" fmla="val 4762"/>
            </a:avLst>
          </a:prstGeom>
          <a:solidFill>
            <a:srgbClr val="1B265B"/>
          </a:solidFill>
          <a:ln w="12700">
            <a:solidFill>
              <a:srgbClr val="3A4D8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41605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92240" y="44988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APP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955280" y="44988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ventureos-dun.vercel.app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92240" y="49560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PATH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955280" y="49560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ventureos-dun.vercel.app/demo/faceless-crm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92240" y="54132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955280" y="54132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github.com/amit1858/ventureos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VentureOS  ·  ventureos-dun.vercel.app  ·  github.com/amit1858/ventureos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VentureOS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VentureOS — Hackathon Submission</dc:title>
  <dc:subject>AI-native multi-agent venture operating system</dc:subject>
  <dc:creator>Amit Pandey</dc:creator>
  <cp:lastModifiedBy>Amit Pandey</cp:lastModifiedBy>
  <cp:revision>1</cp:revision>
  <dcterms:created xsi:type="dcterms:W3CDTF">2026-06-14T13:13:31Z</dcterms:created>
  <dcterms:modified xsi:type="dcterms:W3CDTF">2026-06-14T13:13:31Z</dcterms:modified>
</cp:coreProperties>
</file>