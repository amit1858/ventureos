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3" name="Shape 1"/>
          <p:cNvSpPr/>
          <p:nvPr/>
        </p:nvSpPr>
        <p:spPr>
          <a:xfrm>
            <a:off x="8991295" y="3657600"/>
            <a:ext cx="5029200" cy="5029200"/>
          </a:xfrm>
          <a:prstGeom prst="ellipse">
            <a:avLst/>
          </a:prstGeom>
          <a:solidFill>
            <a:srgbClr val="1B265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108960" cy="411480"/>
          </a:xfrm>
          <a:prstGeom prst="roundRect">
            <a:avLst>
              <a:gd name="adj" fmla="val 48889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· AGENT SWARMS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multi-agent venture operating system.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ideas into validated, build-ready ventures with agent swarms.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9834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2A3B6B"/>
          </a:solidFill>
          <a:ln w="12700">
            <a:solidFill>
              <a:srgbClr val="3A4D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074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ventureos-dun.vercel.app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49834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2A3B6B"/>
          </a:solidFill>
          <a:ln w="12700">
            <a:solidFill>
              <a:srgbClr val="3A4D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5074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5349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github.com/amit1858/ventureos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49834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2A3B6B"/>
          </a:solidFill>
          <a:ln w="12700">
            <a:solidFill>
              <a:srgbClr val="3A4D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5074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5349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ventureos-dun.vercel.app/demo/faceless-crm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Pandey · Microsoft Build AI / HackerEarth · v1.0-submission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start building before they have evidence.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0312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products launched fail to find product–market fit.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94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6×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to invalidate an idea than to ship the wrong one.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2103120"/>
            <a:ext cx="7315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are easy. Validated execution is hard.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and PMs juggle interviews, competitors, assumptions and roadmaps in disconnected docs.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discovery, research, planning and architecture each live in different tools, in different formats, on different days.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weak or under-validated ideas consume real engineering effort. Strong ideas wait.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349240"/>
            <a:ext cx="10927080" cy="685800"/>
          </a:xfrm>
          <a:prstGeom prst="roundRect">
            <a:avLst>
              <a:gd name="adj" fmla="val 13333"/>
            </a:avLst>
          </a:prstGeom>
          <a:solidFill>
            <a:srgbClr val="0F1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349240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"There is nothing so useless as doing efficiently that which should not be done at all."  — Peter Drucker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 gives every idea an agent swarm.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product surface that orchestrates specialized AI agents across the venture lifecycle. Every step produces a typed, versioned artifact the next agent reads.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PersonaLab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53872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GROUP 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776472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customers simulate buyer behaviour, pains, jobs-to-be-done and decision drivers.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9718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Committee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53872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GROUP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3776472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Multi-persona agents debate, challenge assumptions, and converge on a recommendation.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9718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Graph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353872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GROUP 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75320" y="3776472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agents structure problems, evidence, competitors and contradictions.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663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VentureLab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50474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GROUP 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5285232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readiness and recommends Proceed / Pivot / Kill with provenance and rationale.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4805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4663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BuildSquad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50474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GROUP 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5285232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validation into PRD, architecture, roadmap, user stories and risks.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44805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4663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75320" y="50474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GROUP 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75320" y="5285232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readiness reports with confidence, evidence coverage and next steps.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SWARM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idea in. An execution-ready venture out.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3017520"/>
            <a:ext cx="10058400" cy="36576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606040"/>
            <a:ext cx="822960" cy="82296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22714" y="2606040"/>
            <a:ext cx="822960" cy="82296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122714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56954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59629" y="2606040"/>
            <a:ext cx="822960" cy="82296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559629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93869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96543" y="2606040"/>
            <a:ext cx="822960" cy="82296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996543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30783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33457" y="2606040"/>
            <a:ext cx="822960" cy="82296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3457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67697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0371" y="2606040"/>
            <a:ext cx="822960" cy="82296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24" name="Text 22"/>
          <p:cNvSpPr/>
          <p:nvPr/>
        </p:nvSpPr>
        <p:spPr>
          <a:xfrm>
            <a:off x="7870371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04611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307286" y="2606040"/>
            <a:ext cx="822960" cy="82296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27" name="Text 25"/>
          <p:cNvSpPr/>
          <p:nvPr/>
        </p:nvSpPr>
        <p:spPr>
          <a:xfrm>
            <a:off x="9307286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41526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44200" y="26060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1074420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378440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42062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Venture context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8680" y="477316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reads and writes against one typed Venture object.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47288" y="42062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75888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VentureJob pipeline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675888" y="477316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execution primitive with provenance, retries and cancellation.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54496" y="42062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83096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artifacts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83096" y="477316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Contracts-first. Every step emits a versioned JSON contract.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61704" y="42062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90304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BYOK provider layer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90304" y="477316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Gemini, Azure OpenAI. Keys are user-owned and encrypted.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Faceless CRM for SMB.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small-business CRM idea is pressure-tested end-to-end through synthetic SMB personas, a buying-committee debate, evidence mapping, validation scoring, build planning and evaluation — all from one zero-key demo link.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927080" cy="548640"/>
          </a:xfrm>
          <a:prstGeom prst="roundRect">
            <a:avLst>
              <a:gd name="adj" fmla="val 16667"/>
            </a:avLst>
          </a:prstGeom>
          <a:solidFill>
            <a:srgbClr val="0F1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6324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 →  ventureos-dun.vercel.app/demo/faceless-crm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" y="4800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personas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4023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383280" y="4800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agent-swarm steps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4023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126480" y="4800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/ 100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69680" y="3886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40233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869680" y="4800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GitHub-ready files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Zero-key. No sign-in. No API keys. No GitHub PAT.  Real Mode adds BYOK + per-user workspaces via Google sign-in.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screens from the deployed app.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5740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8" name="Image 0" descr="C:\Users\pandeyamit\.copilot\session-state\7d6befd8-db83-4ee4-8c23-9d15d5aefbbf\files\submission\screenshots\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2093976"/>
            <a:ext cx="3584448" cy="1618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785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· "For judges" guidance + agent swarm pipeline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62272" y="205740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11" name="Image 1" descr="C:\Users\pandeyamit\.copilot\session-state\7d6befd8-db83-4ee4-8c23-9d15d5aefbbf\files\submission\screenshots\03-faceless-cr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98848" y="2093976"/>
            <a:ext cx="3584448" cy="1618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2272" y="3785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Faceless CRM · readiness 97/100, 6-stage progress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284464" y="205740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14" name="Image 2" descr="C:\Users\pandeyamit\.copilot\session-state\7d6befd8-db83-4ee4-8c23-9d15d5aefbbf\files\submission\screenshots\04-persona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1040" y="2093976"/>
            <a:ext cx="3584448" cy="1618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4464" y="3785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PersonaLab · 5 synthetic SMB personas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0080" y="425196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17" name="Image 3" descr="C:\Users\pandeyamit\.copilot\session-state\7d6befd8-db83-4ee4-8c23-9d15d5aefbbf\files\submission\screenshots\05-committe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" y="4288536"/>
            <a:ext cx="3584448" cy="1618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5980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Committee · agentic deliberation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462272" y="425196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20" name="Image 4" descr="C:\Users\pandeyamit\.copilot\session-state\7d6befd8-db83-4ee4-8c23-9d15d5aefbbf\files\submission\screenshots\09-evaluation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98848" y="4288536"/>
            <a:ext cx="3584448" cy="16184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462272" y="5980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EvaluationReport.md · provenance + rationale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8284464" y="425196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23" name="Image 5" descr="C:\Users\pandeyamit\.copilot\session-state\7d6befd8-db83-4ee4-8c23-9d15d5aefbbf\files\submission\screenshots\10-github-export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321040" y="4288536"/>
            <a:ext cx="3584448" cy="16184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284464" y="5980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Export · 14-file repo scaffold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28" name="Text 20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Production-minded, alpha-honest.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11680"/>
            <a:ext cx="54864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578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816352"/>
            <a:ext cx="498348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web app · Vercel-deployed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Postgres + Auth (Google OAuth, email allowlist)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provider layer: OpenAI · Anthropic · Gemini · Azure OpenAI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export via Octokit BYOK token, classified error codes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credentials at rest (server-side AES-GCM)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+ turbo monorepo · contracts-first architecture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2011680"/>
            <a:ext cx="516636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194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controls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57860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29400" y="2816352"/>
            <a:ext cx="466344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VentureJob async execution primitive · timeline + provenance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contracts in @ventureos/contracts package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lint:arch import-boundary checks — SDKs only in approved packages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API errors — no provider-keys or stack traces leak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web tests · vitest · static-source contract tests on UI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is fully sandboxed: seeded data, never calls a provider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1206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" y="5760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workspace packages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29000" y="498348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51206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3429000" y="5760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provider adapters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98348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51206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217920" y="5760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tests · all green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06840" y="49834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06840" y="5120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9006840" y="5760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GitHub-export artifacts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Multi-agent, BYOK, no provider lock-in.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240280"/>
            <a:ext cx="261975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2619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4428" y="2240280"/>
            <a:ext cx="261975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4428" y="2240280"/>
            <a:ext cx="2619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8776" y="2240280"/>
            <a:ext cx="261975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8776" y="2240280"/>
            <a:ext cx="2619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93124" y="2240280"/>
            <a:ext cx="261975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93124" y="2240280"/>
            <a:ext cx="2619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OpenAI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91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personas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6758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KIND 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391363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TinyTroupe-style multi-persona simulation. Pain, JTBD and decision drivers are first-class fields, debated in a buying committee.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310896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291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graph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36758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KIND 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391363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Graphify-inspired workflow that maps problems, assumptions, competitors and contradictions into a navigable graph.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310896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+ Evaluation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66760" y="36758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KIND 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66760" y="39136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BuildSquad planners convert validation into PRD / architecture / roadmap / stories. Evaluation renders a versioned report.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754880"/>
            <a:ext cx="3611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937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+ provider metadata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532180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KIND 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" y="55595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records model id, provider, tokens and cost so judges can audit "who said what".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4754880"/>
            <a:ext cx="3611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4937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BYOK isolation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17720" y="532180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KIND 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17720" y="55595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keys never leave the server. Encrypted at rest. Never logged. Never sent to the browser.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38160" y="475488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scope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66760" y="53218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KIND 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66760" y="55595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are scaffolded; the full Python runtime parity for TinyTroupe / Graphify is a roadmap item.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anyone deciding what to build next.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240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807208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Pressure-test a pitch before writing a line of code. Get a Proceed / Pivot / Kill in minutes, not weeks.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47288" y="2240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teams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75888" y="2807208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scattered docs with one versioned, agent-generated artifact pack tied to a single Venture object.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2240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 studios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3096" y="2807208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discovery, validation and planning across many bets. Compare confidence across the portfolio.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704" y="2240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0304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builders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90304" y="2807208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Zero-key Demo Mode runs end-to-end. Real Mode ships GitHub-ready scaffolding with one BYOK token.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26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&lt;10m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4008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→ readiness score in a single run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438912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4526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429768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GitHub-ready artifacts per export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438912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4526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795528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· keys stay on the server, never logged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1295" y="-1828800"/>
            <a:ext cx="5486400" cy="548640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what to build,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build it.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multi-agent venture operating system. Built for the Agent Swarms track.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1B265B"/>
          </a:solidFill>
          <a:ln w="12700">
            <a:solidFill>
              <a:srgbClr val="3A4D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Amit Pandey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build · Microsoft Build AI / HackerEarth · Agent Swarms track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5349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Tagged release: v1.0-submission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402336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1B265B"/>
          </a:solidFill>
          <a:ln w="12700">
            <a:solidFill>
              <a:srgbClr val="3A4D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498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498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ventureos-dun.vercel.app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956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4956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ventureos-dun.vercel.app/demo/faceless-crm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54132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55280" y="5413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github.com/amit1858/ventureos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VentureOS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VentureOS — Hackathon Submission</dc:title>
  <dc:subject>AI-native multi-agent venture operating system</dc:subject>
  <dc:creator>Amit Pandey</dc:creator>
  <cp:lastModifiedBy>Amit Pandey</cp:lastModifiedBy>
  <cp:revision>1</cp:revision>
  <dcterms:created xsi:type="dcterms:W3CDTF">2026-06-14T13:41:06Z</dcterms:created>
  <dcterms:modified xsi:type="dcterms:W3CDTF">2026-06-14T13:41:06Z</dcterms:modified>
</cp:coreProperties>
</file>